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1"/>
  </p:notesMasterIdLst>
  <p:handoutMasterIdLst>
    <p:handoutMasterId r:id="rId22"/>
  </p:handoutMasterIdLst>
  <p:sldIdLst>
    <p:sldId id="314" r:id="rId3"/>
    <p:sldId id="323" r:id="rId4"/>
    <p:sldId id="266" r:id="rId5"/>
    <p:sldId id="341" r:id="rId6"/>
    <p:sldId id="342" r:id="rId7"/>
    <p:sldId id="343" r:id="rId8"/>
    <p:sldId id="344" r:id="rId9"/>
    <p:sldId id="345" r:id="rId10"/>
    <p:sldId id="346" r:id="rId11"/>
    <p:sldId id="340" r:id="rId12"/>
    <p:sldId id="353" r:id="rId13"/>
    <p:sldId id="351" r:id="rId14"/>
    <p:sldId id="349" r:id="rId15"/>
    <p:sldId id="352" r:id="rId16"/>
    <p:sldId id="350" r:id="rId17"/>
    <p:sldId id="347" r:id="rId18"/>
    <p:sldId id="348" r:id="rId19"/>
    <p:sldId id="33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A51494-97E6-45CF-9801-83B364686DBF}" v="11" dt="2026-03-09T05:18:10.8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82"/>
    <p:restoredTop sz="95833"/>
  </p:normalViewPr>
  <p:slideViewPr>
    <p:cSldViewPr snapToGrid="0" snapToObjects="1">
      <p:cViewPr varScale="1">
        <p:scale>
          <a:sx n="93" d="100"/>
          <a:sy n="93" d="100"/>
        </p:scale>
        <p:origin x="91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ha Yadav" userId="59c1366c84d226e0" providerId="LiveId" clId="{A2C42480-90A7-4BB9-8DDA-357CBDFB56A3}"/>
    <pc:docChg chg="undo custSel addSld delSld modSld sldOrd">
      <pc:chgData name="Neha Yadav" userId="59c1366c84d226e0" providerId="LiveId" clId="{A2C42480-90A7-4BB9-8DDA-357CBDFB56A3}" dt="2026-03-09T05:26:00.055" v="1112" actId="14100"/>
      <pc:docMkLst>
        <pc:docMk/>
      </pc:docMkLst>
      <pc:sldChg chg="modSp mod">
        <pc:chgData name="Neha Yadav" userId="59c1366c84d226e0" providerId="LiveId" clId="{A2C42480-90A7-4BB9-8DDA-357CBDFB56A3}" dt="2026-03-09T04:13:56.565" v="313" actId="20577"/>
        <pc:sldMkLst>
          <pc:docMk/>
          <pc:sldMk cId="1017016331" sldId="314"/>
        </pc:sldMkLst>
        <pc:spChg chg="mod">
          <ac:chgData name="Neha Yadav" userId="59c1366c84d226e0" providerId="LiveId" clId="{A2C42480-90A7-4BB9-8DDA-357CBDFB56A3}" dt="2026-03-09T04:13:56.565" v="313" actId="20577"/>
          <ac:spMkLst>
            <pc:docMk/>
            <pc:sldMk cId="1017016331" sldId="314"/>
            <ac:spMk id="2" creationId="{3C500A09-BF95-A121-71A4-33FFE91ACA86}"/>
          </ac:spMkLst>
        </pc:spChg>
      </pc:sldChg>
      <pc:sldChg chg="addSp modSp mod">
        <pc:chgData name="Neha Yadav" userId="59c1366c84d226e0" providerId="LiveId" clId="{A2C42480-90A7-4BB9-8DDA-357CBDFB56A3}" dt="2026-03-09T05:23:10.639" v="1100" actId="1076"/>
        <pc:sldMkLst>
          <pc:docMk/>
          <pc:sldMk cId="2715783799" sldId="323"/>
        </pc:sldMkLst>
        <pc:picChg chg="add mod">
          <ac:chgData name="Neha Yadav" userId="59c1366c84d226e0" providerId="LiveId" clId="{A2C42480-90A7-4BB9-8DDA-357CBDFB56A3}" dt="2026-03-09T05:23:10.639" v="1100" actId="1076"/>
          <ac:picMkLst>
            <pc:docMk/>
            <pc:sldMk cId="2715783799" sldId="323"/>
            <ac:picMk id="3" creationId="{DCAB9AE4-67D7-2338-C797-973D6B6B06EB}"/>
          </ac:picMkLst>
        </pc:picChg>
      </pc:sldChg>
      <pc:sldChg chg="addSp delSp modSp mod">
        <pc:chgData name="Neha Yadav" userId="59c1366c84d226e0" providerId="LiveId" clId="{A2C42480-90A7-4BB9-8DDA-357CBDFB56A3}" dt="2026-03-09T05:18:45.767" v="1083" actId="1076"/>
        <pc:sldMkLst>
          <pc:docMk/>
          <pc:sldMk cId="3431953712" sldId="340"/>
        </pc:sldMkLst>
        <pc:spChg chg="del mod">
          <ac:chgData name="Neha Yadav" userId="59c1366c84d226e0" providerId="LiveId" clId="{A2C42480-90A7-4BB9-8DDA-357CBDFB56A3}" dt="2026-03-09T05:18:39.703" v="1082" actId="478"/>
          <ac:spMkLst>
            <pc:docMk/>
            <pc:sldMk cId="3431953712" sldId="340"/>
            <ac:spMk id="3" creationId="{D408550D-1730-34EA-8ABA-9BB036DE20DE}"/>
          </ac:spMkLst>
        </pc:spChg>
        <pc:picChg chg="add mod">
          <ac:chgData name="Neha Yadav" userId="59c1366c84d226e0" providerId="LiveId" clId="{A2C42480-90A7-4BB9-8DDA-357CBDFB56A3}" dt="2026-03-09T05:18:45.767" v="1083" actId="1076"/>
          <ac:picMkLst>
            <pc:docMk/>
            <pc:sldMk cId="3431953712" sldId="340"/>
            <ac:picMk id="8" creationId="{D7460D8E-0894-B09A-0334-73826EA7DC2D}"/>
          </ac:picMkLst>
        </pc:picChg>
        <pc:picChg chg="add del mod">
          <ac:chgData name="Neha Yadav" userId="59c1366c84d226e0" providerId="LiveId" clId="{A2C42480-90A7-4BB9-8DDA-357CBDFB56A3}" dt="2026-03-09T05:18:29.199" v="1079" actId="478"/>
          <ac:picMkLst>
            <pc:docMk/>
            <pc:sldMk cId="3431953712" sldId="340"/>
            <ac:picMk id="10" creationId="{EF0E168D-5376-C4B0-BC6E-5C9C5409AF6E}"/>
          </ac:picMkLst>
        </pc:picChg>
        <pc:picChg chg="add del mod">
          <ac:chgData name="Neha Yadav" userId="59c1366c84d226e0" providerId="LiveId" clId="{A2C42480-90A7-4BB9-8DDA-357CBDFB56A3}" dt="2026-03-09T05:17:52.006" v="1073" actId="478"/>
          <ac:picMkLst>
            <pc:docMk/>
            <pc:sldMk cId="3431953712" sldId="340"/>
            <ac:picMk id="12" creationId="{84E772CC-5FC3-4332-76AC-BD293643A805}"/>
          </ac:picMkLst>
        </pc:picChg>
        <pc:picChg chg="add del mod">
          <ac:chgData name="Neha Yadav" userId="59c1366c84d226e0" providerId="LiveId" clId="{A2C42480-90A7-4BB9-8DDA-357CBDFB56A3}" dt="2026-03-09T05:06:03.315" v="906" actId="478"/>
          <ac:picMkLst>
            <pc:docMk/>
            <pc:sldMk cId="3431953712" sldId="340"/>
            <ac:picMk id="14" creationId="{C1579F25-9F08-D4A3-4B30-3059FEF31C4B}"/>
          </ac:picMkLst>
        </pc:picChg>
        <pc:picChg chg="add del mod">
          <ac:chgData name="Neha Yadav" userId="59c1366c84d226e0" providerId="LiveId" clId="{A2C42480-90A7-4BB9-8DDA-357CBDFB56A3}" dt="2026-03-09T05:17:47.349" v="1072" actId="478"/>
          <ac:picMkLst>
            <pc:docMk/>
            <pc:sldMk cId="3431953712" sldId="340"/>
            <ac:picMk id="16" creationId="{6861F780-DB32-97D3-3610-BA5C706D02D6}"/>
          </ac:picMkLst>
        </pc:picChg>
        <pc:picChg chg="add del mod">
          <ac:chgData name="Neha Yadav" userId="59c1366c84d226e0" providerId="LiveId" clId="{A2C42480-90A7-4BB9-8DDA-357CBDFB56A3}" dt="2026-03-09T05:15:49.888" v="1050" actId="478"/>
          <ac:picMkLst>
            <pc:docMk/>
            <pc:sldMk cId="3431953712" sldId="340"/>
            <ac:picMk id="18" creationId="{25CD84C8-BD65-7F01-CA81-08669DDB769C}"/>
          </ac:picMkLst>
        </pc:picChg>
      </pc:sldChg>
      <pc:sldChg chg="addSp modSp mod">
        <pc:chgData name="Neha Yadav" userId="59c1366c84d226e0" providerId="LiveId" clId="{A2C42480-90A7-4BB9-8DDA-357CBDFB56A3}" dt="2026-03-09T04:54:19.359" v="725" actId="20577"/>
        <pc:sldMkLst>
          <pc:docMk/>
          <pc:sldMk cId="1906946512" sldId="345"/>
        </pc:sldMkLst>
        <pc:spChg chg="mod">
          <ac:chgData name="Neha Yadav" userId="59c1366c84d226e0" providerId="LiveId" clId="{A2C42480-90A7-4BB9-8DDA-357CBDFB56A3}" dt="2026-03-09T04:51:23.796" v="556" actId="20577"/>
          <ac:spMkLst>
            <pc:docMk/>
            <pc:sldMk cId="1906946512" sldId="345"/>
            <ac:spMk id="9" creationId="{8769557B-A6AB-F48D-9A16-51F755A17BB7}"/>
          </ac:spMkLst>
        </pc:spChg>
        <pc:graphicFrameChg chg="add mod modGraphic">
          <ac:chgData name="Neha Yadav" userId="59c1366c84d226e0" providerId="LiveId" clId="{A2C42480-90A7-4BB9-8DDA-357CBDFB56A3}" dt="2026-03-09T04:54:19.359" v="725" actId="20577"/>
          <ac:graphicFrameMkLst>
            <pc:docMk/>
            <pc:sldMk cId="1906946512" sldId="345"/>
            <ac:graphicFrameMk id="2" creationId="{A001FBE7-F1FF-9748-A26D-F6AB46D60EB0}"/>
          </ac:graphicFrameMkLst>
        </pc:graphicFrameChg>
      </pc:sldChg>
      <pc:sldChg chg="modSp mod">
        <pc:chgData name="Neha Yadav" userId="59c1366c84d226e0" providerId="LiveId" clId="{A2C42480-90A7-4BB9-8DDA-357CBDFB56A3}" dt="2026-03-09T04:50:49.644" v="518"/>
        <pc:sldMkLst>
          <pc:docMk/>
          <pc:sldMk cId="344365824" sldId="346"/>
        </pc:sldMkLst>
        <pc:spChg chg="mod">
          <ac:chgData name="Neha Yadav" userId="59c1366c84d226e0" providerId="LiveId" clId="{A2C42480-90A7-4BB9-8DDA-357CBDFB56A3}" dt="2026-03-09T04:50:49.644" v="518"/>
          <ac:spMkLst>
            <pc:docMk/>
            <pc:sldMk cId="344365824" sldId="346"/>
            <ac:spMk id="9" creationId="{6726AE93-69A8-DC85-DA45-05F4D66EF996}"/>
          </ac:spMkLst>
        </pc:spChg>
      </pc:sldChg>
      <pc:sldChg chg="modSp mod">
        <pc:chgData name="Neha Yadav" userId="59c1366c84d226e0" providerId="LiveId" clId="{A2C42480-90A7-4BB9-8DDA-357CBDFB56A3}" dt="2026-03-09T03:47:52.840" v="3" actId="20577"/>
        <pc:sldMkLst>
          <pc:docMk/>
          <pc:sldMk cId="2858912175" sldId="347"/>
        </pc:sldMkLst>
        <pc:spChg chg="mod">
          <ac:chgData name="Neha Yadav" userId="59c1366c84d226e0" providerId="LiveId" clId="{A2C42480-90A7-4BB9-8DDA-357CBDFB56A3}" dt="2026-03-09T03:47:52.840" v="3" actId="20577"/>
          <ac:spMkLst>
            <pc:docMk/>
            <pc:sldMk cId="2858912175" sldId="347"/>
            <ac:spMk id="9" creationId="{956E9376-CB4B-895B-7B5C-D2F5AAED7494}"/>
          </ac:spMkLst>
        </pc:spChg>
      </pc:sldChg>
      <pc:sldChg chg="addSp delSp modSp mod">
        <pc:chgData name="Neha Yadav" userId="59c1366c84d226e0" providerId="LiveId" clId="{A2C42480-90A7-4BB9-8DDA-357CBDFB56A3}" dt="2026-03-09T05:00:09.792" v="884" actId="1076"/>
        <pc:sldMkLst>
          <pc:docMk/>
          <pc:sldMk cId="2357471992" sldId="348"/>
        </pc:sldMkLst>
        <pc:spChg chg="del mod">
          <ac:chgData name="Neha Yadav" userId="59c1366c84d226e0" providerId="LiveId" clId="{A2C42480-90A7-4BB9-8DDA-357CBDFB56A3}" dt="2026-03-09T05:00:02.329" v="882" actId="478"/>
          <ac:spMkLst>
            <pc:docMk/>
            <pc:sldMk cId="2357471992" sldId="348"/>
            <ac:spMk id="3" creationId="{81383DFD-4145-46B6-BA5B-4C9D68B54059}"/>
          </ac:spMkLst>
        </pc:spChg>
        <pc:picChg chg="add mod">
          <ac:chgData name="Neha Yadav" userId="59c1366c84d226e0" providerId="LiveId" clId="{A2C42480-90A7-4BB9-8DDA-357CBDFB56A3}" dt="2026-03-09T04:59:24.511" v="875" actId="1076"/>
          <ac:picMkLst>
            <pc:docMk/>
            <pc:sldMk cId="2357471992" sldId="348"/>
            <ac:picMk id="8" creationId="{30E1FF54-1CA8-325E-AC02-1C5F8210648E}"/>
          </ac:picMkLst>
        </pc:picChg>
        <pc:picChg chg="add mod">
          <ac:chgData name="Neha Yadav" userId="59c1366c84d226e0" providerId="LiveId" clId="{A2C42480-90A7-4BB9-8DDA-357CBDFB56A3}" dt="2026-03-09T05:00:09.792" v="884" actId="1076"/>
          <ac:picMkLst>
            <pc:docMk/>
            <pc:sldMk cId="2357471992" sldId="348"/>
            <ac:picMk id="10" creationId="{91DF1531-40E7-3CDE-AB2A-46D5D0129EDC}"/>
          </ac:picMkLst>
        </pc:picChg>
        <pc:picChg chg="add mod">
          <ac:chgData name="Neha Yadav" userId="59c1366c84d226e0" providerId="LiveId" clId="{A2C42480-90A7-4BB9-8DDA-357CBDFB56A3}" dt="2026-03-09T05:00:07.644" v="883" actId="1076"/>
          <ac:picMkLst>
            <pc:docMk/>
            <pc:sldMk cId="2357471992" sldId="348"/>
            <ac:picMk id="12" creationId="{44214B69-2828-D209-A773-036B2497FF75}"/>
          </ac:picMkLst>
        </pc:picChg>
      </pc:sldChg>
      <pc:sldChg chg="addSp modSp new mod ord">
        <pc:chgData name="Neha Yadav" userId="59c1366c84d226e0" providerId="LiveId" clId="{A2C42480-90A7-4BB9-8DDA-357CBDFB56A3}" dt="2026-03-09T05:19:27.372" v="1090" actId="14100"/>
        <pc:sldMkLst>
          <pc:docMk/>
          <pc:sldMk cId="1973278709" sldId="349"/>
        </pc:sldMkLst>
        <pc:picChg chg="add mod">
          <ac:chgData name="Neha Yadav" userId="59c1366c84d226e0" providerId="LiveId" clId="{A2C42480-90A7-4BB9-8DDA-357CBDFB56A3}" dt="2026-03-09T05:19:27.372" v="1090" actId="14100"/>
          <ac:picMkLst>
            <pc:docMk/>
            <pc:sldMk cId="1973278709" sldId="349"/>
            <ac:picMk id="5" creationId="{DDA6AC7E-7F4C-168D-D75F-490571BFD5E4}"/>
          </ac:picMkLst>
        </pc:picChg>
      </pc:sldChg>
      <pc:sldChg chg="addSp modSp new mod">
        <pc:chgData name="Neha Yadav" userId="59c1366c84d226e0" providerId="LiveId" clId="{A2C42480-90A7-4BB9-8DDA-357CBDFB56A3}" dt="2026-03-09T05:19:51.533" v="1096" actId="1076"/>
        <pc:sldMkLst>
          <pc:docMk/>
          <pc:sldMk cId="2450470769" sldId="350"/>
        </pc:sldMkLst>
        <pc:picChg chg="add mod">
          <ac:chgData name="Neha Yadav" userId="59c1366c84d226e0" providerId="LiveId" clId="{A2C42480-90A7-4BB9-8DDA-357CBDFB56A3}" dt="2026-03-09T05:19:51.533" v="1096" actId="1076"/>
          <ac:picMkLst>
            <pc:docMk/>
            <pc:sldMk cId="2450470769" sldId="350"/>
            <ac:picMk id="6" creationId="{96615172-8E24-DF25-7F03-54E872CD9297}"/>
          </ac:picMkLst>
        </pc:picChg>
      </pc:sldChg>
      <pc:sldChg chg="addSp modSp new mod ord">
        <pc:chgData name="Neha Yadav" userId="59c1366c84d226e0" providerId="LiveId" clId="{A2C42480-90A7-4BB9-8DDA-357CBDFB56A3}" dt="2026-03-09T05:19:21.657" v="1089" actId="1076"/>
        <pc:sldMkLst>
          <pc:docMk/>
          <pc:sldMk cId="1615692173" sldId="351"/>
        </pc:sldMkLst>
        <pc:picChg chg="add mod">
          <ac:chgData name="Neha Yadav" userId="59c1366c84d226e0" providerId="LiveId" clId="{A2C42480-90A7-4BB9-8DDA-357CBDFB56A3}" dt="2026-03-09T05:19:21.657" v="1089" actId="1076"/>
          <ac:picMkLst>
            <pc:docMk/>
            <pc:sldMk cId="1615692173" sldId="351"/>
            <ac:picMk id="5" creationId="{A0E6A844-39E9-9C29-C474-8891550D7CAF}"/>
          </ac:picMkLst>
        </pc:picChg>
      </pc:sldChg>
      <pc:sldChg chg="addSp delSp modSp new mod">
        <pc:chgData name="Neha Yadav" userId="59c1366c84d226e0" providerId="LiveId" clId="{A2C42480-90A7-4BB9-8DDA-357CBDFB56A3}" dt="2026-03-09T05:19:33.412" v="1091" actId="1076"/>
        <pc:sldMkLst>
          <pc:docMk/>
          <pc:sldMk cId="3466742259" sldId="352"/>
        </pc:sldMkLst>
        <pc:picChg chg="add del mod">
          <ac:chgData name="Neha Yadav" userId="59c1366c84d226e0" providerId="LiveId" clId="{A2C42480-90A7-4BB9-8DDA-357CBDFB56A3}" dt="2026-03-09T05:16:46.829" v="1060" actId="478"/>
          <ac:picMkLst>
            <pc:docMk/>
            <pc:sldMk cId="3466742259" sldId="352"/>
            <ac:picMk id="5" creationId="{A9687F4E-4CD4-E9AC-54E2-8A8CCE5FE745}"/>
          </ac:picMkLst>
        </pc:picChg>
        <pc:picChg chg="add mod">
          <ac:chgData name="Neha Yadav" userId="59c1366c84d226e0" providerId="LiveId" clId="{A2C42480-90A7-4BB9-8DDA-357CBDFB56A3}" dt="2026-03-09T05:19:33.412" v="1091" actId="1076"/>
          <ac:picMkLst>
            <pc:docMk/>
            <pc:sldMk cId="3466742259" sldId="352"/>
            <ac:picMk id="6" creationId="{FF3C9E13-9DB3-8588-221C-FCCA7553FB84}"/>
          </ac:picMkLst>
        </pc:picChg>
      </pc:sldChg>
      <pc:sldChg chg="new del">
        <pc:chgData name="Neha Yadav" userId="59c1366c84d226e0" providerId="LiveId" clId="{A2C42480-90A7-4BB9-8DDA-357CBDFB56A3}" dt="2026-03-09T05:17:24.514" v="1067" actId="47"/>
        <pc:sldMkLst>
          <pc:docMk/>
          <pc:sldMk cId="461528777" sldId="353"/>
        </pc:sldMkLst>
      </pc:sldChg>
      <pc:sldChg chg="new del">
        <pc:chgData name="Neha Yadav" userId="59c1366c84d226e0" providerId="LiveId" clId="{A2C42480-90A7-4BB9-8DDA-357CBDFB56A3}" dt="2026-03-09T05:25:04.707" v="1102" actId="47"/>
        <pc:sldMkLst>
          <pc:docMk/>
          <pc:sldMk cId="3358885815" sldId="353"/>
        </pc:sldMkLst>
      </pc:sldChg>
      <pc:sldChg chg="addSp modSp new mod ord">
        <pc:chgData name="Neha Yadav" userId="59c1366c84d226e0" providerId="LiveId" clId="{A2C42480-90A7-4BB9-8DDA-357CBDFB56A3}" dt="2026-03-09T05:26:00.055" v="1112" actId="14100"/>
        <pc:sldMkLst>
          <pc:docMk/>
          <pc:sldMk cId="3994125883" sldId="353"/>
        </pc:sldMkLst>
        <pc:picChg chg="add mod">
          <ac:chgData name="Neha Yadav" userId="59c1366c84d226e0" providerId="LiveId" clId="{A2C42480-90A7-4BB9-8DDA-357CBDFB56A3}" dt="2026-03-09T05:26:00.055" v="1112" actId="14100"/>
          <ac:picMkLst>
            <pc:docMk/>
            <pc:sldMk cId="3994125883" sldId="353"/>
            <ac:picMk id="6" creationId="{EEA4F021-7EB3-546F-CA26-17FAFE01A30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09-03-2026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09-03-2026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FUNDAMENTAL KNOWLEDGE QUIZ BUILDER SYSTEM 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Bathula Neha</a:t>
            </a:r>
          </a:p>
          <a:p>
            <a:pPr marL="0" indent="0" algn="ctr">
              <a:buNone/>
            </a:pPr>
            <a:r>
              <a:rPr lang="en-US" sz="9600" dirty="0"/>
              <a:t>Student ID: 2520090013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Cluster:2</a:t>
            </a:r>
          </a:p>
          <a:p>
            <a:pPr marL="0" indent="0" algn="ctr">
              <a:buNone/>
            </a:pPr>
            <a:r>
              <a:rPr lang="en-US" sz="11200" dirty="0"/>
              <a:t>Section: 8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09-03-2026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242381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Jayaram Boga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Web-based quiz creation platform</a:t>
            </a:r>
          </a:p>
          <a:p>
            <a:r>
              <a:rPr dirty="0"/>
              <a:t> Allows teachers to create MCQ quizzes easily</a:t>
            </a:r>
          </a:p>
          <a:p>
            <a:r>
              <a:rPr dirty="0"/>
              <a:t> Built using HTML, CSS, and JavaScript</a:t>
            </a:r>
          </a:p>
          <a:p>
            <a:r>
              <a:rPr dirty="0"/>
              <a:t> Supports automatic evaluation and score calculation</a:t>
            </a:r>
          </a:p>
          <a:p>
            <a:r>
              <a:rPr dirty="0"/>
              <a:t> Provides instant feedback and result reports</a:t>
            </a:r>
          </a:p>
          <a:p>
            <a:r>
              <a:rPr dirty="0"/>
              <a:t> Simple and user‑friendly interface for learners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AB9AE4-67D7-2338-C797-973D6B6B0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4275" y="134630"/>
            <a:ext cx="3095850" cy="320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 Traditional quizzes conducted manually</a:t>
            </a:r>
          </a:p>
          <a:p>
            <a:r>
              <a:rPr dirty="0"/>
              <a:t> Paper‑based exams require more time</a:t>
            </a:r>
          </a:p>
          <a:p>
            <a:r>
              <a:rPr dirty="0"/>
              <a:t> Manual evaluation may cause errors</a:t>
            </a:r>
          </a:p>
          <a:p>
            <a:r>
              <a:rPr dirty="0"/>
              <a:t> Difficult to manage large number of questions</a:t>
            </a:r>
          </a:p>
          <a:p>
            <a:r>
              <a:rPr dirty="0"/>
              <a:t> Limited instant feedback for students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 Online quiz builder system</a:t>
            </a:r>
          </a:p>
          <a:p>
            <a:r>
              <a:rPr dirty="0"/>
              <a:t> Teachers can create and manage quizzes</a:t>
            </a:r>
          </a:p>
          <a:p>
            <a:r>
              <a:rPr dirty="0"/>
              <a:t> MCQ based question support</a:t>
            </a:r>
          </a:p>
          <a:p>
            <a:r>
              <a:rPr dirty="0"/>
              <a:t> Automatic evaluation after submission</a:t>
            </a:r>
          </a:p>
          <a:p>
            <a:r>
              <a:rPr dirty="0"/>
              <a:t> Instant score and feedback display</a:t>
            </a:r>
          </a:p>
          <a:p>
            <a:r>
              <a:rPr dirty="0"/>
              <a:t> Generates result report for users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B15296F-156D-BE47-727B-C34C7CDD4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•User Interface (HTML, CSS)</a:t>
            </a:r>
          </a:p>
          <a:p>
            <a:r>
              <a:rPr dirty="0"/>
              <a:t> Application Logic (JavaScript)</a:t>
            </a:r>
          </a:p>
          <a:p>
            <a:r>
              <a:rPr dirty="0"/>
              <a:t> Question Database (JSON/Local Storage)</a:t>
            </a:r>
          </a:p>
          <a:p>
            <a:r>
              <a:rPr dirty="0"/>
              <a:t> Quiz Engine for evaluation</a:t>
            </a:r>
          </a:p>
          <a:p>
            <a:r>
              <a:rPr dirty="0"/>
              <a:t> Result and feedback module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 User Registration &amp; Login</a:t>
            </a:r>
          </a:p>
          <a:p>
            <a:r>
              <a:rPr dirty="0"/>
              <a:t> Quiz Creation Module</a:t>
            </a:r>
          </a:p>
          <a:p>
            <a:r>
              <a:rPr dirty="0"/>
              <a:t> Question Management</a:t>
            </a:r>
          </a:p>
          <a:p>
            <a:r>
              <a:rPr dirty="0"/>
              <a:t> MCQ Support System</a:t>
            </a:r>
          </a:p>
          <a:p>
            <a:r>
              <a:rPr dirty="0"/>
              <a:t> Quiz Attempt Interface</a:t>
            </a:r>
          </a:p>
          <a:p>
            <a:r>
              <a:rPr dirty="0"/>
              <a:t> Automatic Evaluation</a:t>
            </a:r>
          </a:p>
          <a:p>
            <a:r>
              <a:rPr dirty="0"/>
              <a:t> Result Report Generation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C44B8-E8B6-5D9D-90FF-ECD825D72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 Develop an interactive quiz system</a:t>
            </a:r>
          </a:p>
          <a:p>
            <a:r>
              <a:rPr dirty="0"/>
              <a:t> Simplify quiz creation process</a:t>
            </a:r>
          </a:p>
          <a:p>
            <a:r>
              <a:rPr dirty="0"/>
              <a:t> Provide automatic score calculation</a:t>
            </a:r>
          </a:p>
          <a:p>
            <a:r>
              <a:rPr dirty="0"/>
              <a:t> Improve learning with instant feedback</a:t>
            </a:r>
          </a:p>
          <a:p>
            <a:r>
              <a:rPr dirty="0"/>
              <a:t> Provide user‑friendly web interface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252151"/>
            <a:ext cx="10439400" cy="4924812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IN" dirty="0"/>
              <a:t>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     </a:t>
            </a:r>
            <a:endParaRPr lang="en-US" dirty="0"/>
          </a:p>
          <a:p>
            <a:pPr marL="0" indent="0">
              <a:buNone/>
            </a:pPr>
            <a:r>
              <a:rPr lang="en-US" sz="2400" dirty="0"/>
              <a:t>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endParaRPr lang="en-US" sz="2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001FBE7-F1FF-9748-A26D-F6AB46D60E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85322"/>
              </p:ext>
            </p:extLst>
          </p:nvPr>
        </p:nvGraphicFramePr>
        <p:xfrm>
          <a:off x="1721708" y="1252151"/>
          <a:ext cx="6812692" cy="4846318"/>
        </p:xfrm>
        <a:graphic>
          <a:graphicData uri="http://schemas.openxmlformats.org/drawingml/2006/table">
            <a:tbl>
              <a:tblPr/>
              <a:tblGrid>
                <a:gridCol w="545678">
                  <a:extLst>
                    <a:ext uri="{9D8B030D-6E8A-4147-A177-3AD203B41FA5}">
                      <a16:colId xmlns:a16="http://schemas.microsoft.com/office/drawing/2014/main" val="600819031"/>
                    </a:ext>
                  </a:extLst>
                </a:gridCol>
                <a:gridCol w="6267014">
                  <a:extLst>
                    <a:ext uri="{9D8B030D-6E8A-4147-A177-3AD203B41FA5}">
                      <a16:colId xmlns:a16="http://schemas.microsoft.com/office/drawing/2014/main" val="1888762480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1.     Co1          Internet Fundamentals, HTML &amp;        Introductory CSS Styling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70508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    Co2           HTML Forms, Semantic Tags &amp; Comprehensive CSS Layouts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231484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3.      Co3          JavaScript Programming Essentials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08150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4.      Co4          JavaScript Interactivity, DOM &amp; Events, Storage &amp;      Async Programming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361584"/>
                  </a:ext>
                </a:extLst>
              </a:tr>
              <a:tr h="146303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5.      Co 5          Advanced Web Development &amp; Deployment (Exception handling, ES6, Forms &amp; API Integration, CORS, SEO)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808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IN" dirty="0"/>
              <a:t>Co1     </a:t>
            </a:r>
            <a:r>
              <a:rPr lang="en-US" dirty="0"/>
              <a:t>Understand the concepts of web-based application development and                             the architecture of an online quiz system</a:t>
            </a:r>
            <a:endParaRPr lang="en-IN" dirty="0"/>
          </a:p>
          <a:p>
            <a:pPr marL="971550" lvl="1" indent="-514350">
              <a:buFont typeface="+mj-lt"/>
              <a:buAutoNum type="arabicPeriod"/>
            </a:pPr>
            <a:endParaRPr lang="en-IN" dirty="0"/>
          </a:p>
          <a:p>
            <a:pPr marL="457200" lvl="1" indent="0">
              <a:buNone/>
            </a:pPr>
            <a:r>
              <a:rPr lang="en-IN" dirty="0"/>
              <a:t>2.    Co2      </a:t>
            </a:r>
            <a:r>
              <a:rPr lang="en-US" dirty="0"/>
              <a:t>Design and develop a user interface using HTML, CSS, and JavaScript        for quiz creation and participation.</a:t>
            </a:r>
            <a:endParaRPr lang="en-IN" dirty="0"/>
          </a:p>
          <a:p>
            <a:pPr marL="914400" lvl="1" indent="-457200">
              <a:buAutoNum type="arabicPeriod" startAt="3"/>
            </a:pPr>
            <a:r>
              <a:rPr lang="en-IN" dirty="0"/>
              <a:t>Co3     </a:t>
            </a:r>
            <a:r>
              <a:rPr lang="en-US" dirty="0"/>
              <a:t>Implement functionalities for user registration, login authentication, and role management (admin/teacher and student).</a:t>
            </a:r>
            <a:r>
              <a:rPr lang="en-IN" dirty="0"/>
              <a:t> </a:t>
            </a:r>
          </a:p>
          <a:p>
            <a:pPr marL="914400" lvl="1" indent="-457200">
              <a:buAutoNum type="arabicPeriod" startAt="3"/>
            </a:pPr>
            <a:r>
              <a:rPr lang="en-IN" dirty="0"/>
              <a:t>Co4      </a:t>
            </a:r>
            <a:r>
              <a:rPr lang="en-US" dirty="0"/>
              <a:t>Develop modules to create, edit, and manage quizzes with multiple-choice questions and options.</a:t>
            </a:r>
          </a:p>
          <a:p>
            <a:pPr marL="914400" lvl="1" indent="-457200">
              <a:buAutoNum type="arabicPeriod" startAt="5"/>
            </a:pPr>
            <a:r>
              <a:rPr lang="en-IN" dirty="0"/>
              <a:t>Co5      </a:t>
            </a:r>
            <a:r>
              <a:rPr lang="en-US" dirty="0"/>
              <a:t>Implement automatic evaluation and result generation for quizzes with score calculation</a:t>
            </a:r>
          </a:p>
          <a:p>
            <a:pPr marL="914400" lvl="1" indent="-457200">
              <a:buAutoNum type="arabicPeriod" startAt="5"/>
            </a:pPr>
            <a:r>
              <a:rPr lang="en-US" dirty="0"/>
              <a:t>Co6     Analyze and display quiz performance and results, providing feedback to users through a dashboard or result page</a:t>
            </a: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460D8E-0894-B09A-0334-73826EA7D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071" y="1690688"/>
            <a:ext cx="7075868" cy="420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742E2E-2280-4CF7-C41A-8EC3C4A19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09-03-2026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E24753-59B6-5590-E0C0-448A57CB2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A5CC8-F13B-C056-87D7-BB80E8306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A4F021-7EB3-546F-CA26-17FAFE01A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099" y="733169"/>
            <a:ext cx="7266696" cy="493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125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4F820-D3DB-5BC9-B1B7-1719C4C9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09-03-2026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B7C8EA-C393-ECDA-DE39-340CF3077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8896B-775F-D663-7D9B-B97CD7E52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E6A844-39E9-9C29-C474-8891550D7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672" y="1255331"/>
            <a:ext cx="7268656" cy="431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692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3448AD-58D2-58B4-09EA-32BD8A937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09-03-2026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5BBC14-B000-E9D7-6B68-3C99ADAAA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34EE9-953C-EBF6-1F1A-C0598576D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A6AC7E-7F4C-168D-D75F-490571BFD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31" y="967739"/>
            <a:ext cx="7069280" cy="419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278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03B6DA-5D6D-CA5E-C54B-D7EE91121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09-03-2026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79880E-819B-5181-73E1-DD1636BFF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EFE53-F079-BFE5-8B83-F4EF2384F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3C9E13-9DB3-8588-221C-FCCA7553F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471" y="1064656"/>
            <a:ext cx="6858485" cy="407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742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F2CE92-B139-50A6-2919-88E2B5266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09-03-2026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0873DF-E0BA-D5E2-FD4A-027D0A73B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C1264-72C1-426E-3501-1F2DF8BBB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615172-8E24-DF25-7F03-54E872CD9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642" y="815340"/>
            <a:ext cx="7436250" cy="441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470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 Fundamental Quiz Builder simplifies online assessments</a:t>
            </a:r>
          </a:p>
          <a:p>
            <a:r>
              <a:rPr dirty="0"/>
              <a:t> Reduces manual evaluation effort</a:t>
            </a:r>
          </a:p>
          <a:p>
            <a:r>
              <a:rPr dirty="0"/>
              <a:t> Provides quick feedback to learners</a:t>
            </a:r>
          </a:p>
          <a:p>
            <a:r>
              <a:rPr dirty="0"/>
              <a:t> Easy to use and accessible web platform</a:t>
            </a:r>
          </a:p>
          <a:p>
            <a:r>
              <a:rPr dirty="0"/>
              <a:t> Can be enhanced with database and analytics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E1FF54-1CA8-325E-AC02-1C5F82106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37" y="1366131"/>
            <a:ext cx="3513551" cy="26351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DF1531-40E7-3CDE-AB2A-46D5D0129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3658" y="1503213"/>
            <a:ext cx="3571904" cy="23609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214B69-2828-D209-A773-036B2497F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88" y="3915633"/>
            <a:ext cx="3741123" cy="280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3788</TotalTime>
  <Words>590</Words>
  <Application>Microsoft Office PowerPoint</Application>
  <PresentationFormat>Widescreen</PresentationFormat>
  <Paragraphs>135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Custom Design</vt:lpstr>
      <vt:lpstr>Title: FUNDAMENTAL KNOWLEDGE QUIZ BUILDER SYSTEM 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FWD</vt:lpstr>
      <vt:lpstr>Co’s Attainments - DSA</vt:lpstr>
      <vt:lpstr>Screenshots for FWD &amp; DSA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Neha Yadav</cp:lastModifiedBy>
  <cp:revision>52</cp:revision>
  <dcterms:created xsi:type="dcterms:W3CDTF">2022-05-20T10:20:31Z</dcterms:created>
  <dcterms:modified xsi:type="dcterms:W3CDTF">2026-03-09T05:26:01Z</dcterms:modified>
</cp:coreProperties>
</file>